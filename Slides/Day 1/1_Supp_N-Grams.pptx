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58"/>
  </p:normalViewPr>
  <p:slideViewPr>
    <p:cSldViewPr snapToGrid="0">
      <p:cViewPr varScale="1">
        <p:scale>
          <a:sx n="116" d="100"/>
          <a:sy n="116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60F94-0192-D24A-ABF8-CBA7C79C1EC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51049-A14A-DB40-8589-D19B827526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56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63B3-AAD2-ACD7-8D68-910C5836A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92F11-78BC-D663-77FE-730EB5EB3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E7E5B-E2A5-3A2C-0420-2F4CAB9F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DF346-F0FE-D562-0E76-00E118AF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7CFEB-EA98-17A3-9528-67AB615E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26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4B36-76AD-A48A-1E29-4C5D23BA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C0EC2-BAF7-599D-7368-E64E87D3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8223E-A4BA-B6B1-B7F3-243B84DC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3B952-E492-4AF7-DDD3-817F4D54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D28CB-3C5C-7445-8BDE-AED5D750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05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2CE2-66A3-B85F-5198-C927F362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2723A-3702-B1AB-CBF4-BF294092A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42494-C951-F4C6-F9DF-49912BED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5E8-2B16-28BD-AC5D-F162EE69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32BA-C51F-62EE-5367-7D76509D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96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8E0E-8FD9-8C4B-31D5-861F8B86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26B4-F492-FCB6-F722-ABBE233DE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450A1-2010-1B1D-1926-EBCBFC29B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FCAF5-2761-3C40-7E3B-9134E6EA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792B4-FC42-410D-23D3-A3898175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2F555-E2EC-8AF1-9058-228E8148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66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8AF6-F39F-7927-B39A-1741B02C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906B3-E20F-8A6C-49F9-EC876BFE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49505-03B4-9A45-4FB0-09F934DFB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5F69A-F09E-A551-D5C4-3FA52AF7B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84B4F-C3F6-A5F1-782F-2A82043D2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6E458-59D5-13F0-2B65-15B0F56B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012A1-B44C-6041-7602-AEAAB52E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58DD1-F2C1-EB68-09C4-0C1FBC50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36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59B8-19F4-FE8A-7AD8-270C9B96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C7A19-055E-B224-B18D-E952951E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1628-2D73-CBC5-DA5D-7B440910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7536A-D305-9FFD-DD37-D2CE3B34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55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28096-0B8A-F0A8-6695-A87133C0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2723D-06E9-67A4-F449-4DE01B8E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480F8-01A3-1790-36FE-1F95AC92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58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D988-836C-1AC6-2CA0-758398E0A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7F9D-8192-5073-B935-5E997D5A7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5D4DF-B3C5-F34E-E93F-B03BE5D7F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E003F-5CEB-2573-6BA9-D3AD98B1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491F1-3952-5DE3-B0AC-94CB3C64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678AE-9378-B671-38C9-57E334E4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98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2927-BEAB-5C39-B2D3-72C6C2D5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C4B8B-ADEC-83E7-C76A-0A1BA337D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7D106-CAEE-E45D-CEA7-27D573552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32E9F-D335-DF58-F7CA-CBBDFADB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2283B-C00C-46C7-48B1-0C44F193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749AB-1DE9-3E44-61D1-D2201C1E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47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FAE5-0F37-9C99-D860-8D189AD0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C4FB8-3697-0280-E6DD-2DF5296E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0A726-02C7-BD13-ED1B-6FFD8FC1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AC25-1531-4D38-392B-4A893DD9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294BC-5132-7900-B5DD-46B9E326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1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9537-F88B-C41A-96B5-7E3EA41AB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3BB31-11F3-F056-CB93-9FA422636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7AB2-1D5E-56CC-C561-AEBDDAD0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C73D-E7CC-BD2C-F80C-87A924B4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BF314-7020-3AB8-E314-1C47BDFA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5B3B23-9A6F-1804-F56D-F7C40D36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55810-9512-47D5-3110-F621CDAD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1EBD1-B7D8-FC7C-171A-A9A0F99E8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F96BE-1E70-A44A-A442-37FB7B7D0B5E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65950-0D39-CED1-650D-E538B1410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84B43-8998-6C5A-6CE8-6BE8F9059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37BBF-23BC-EC41-B8DC-FB50C76187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99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48E63-98EC-046F-B21B-A53F415B720B}"/>
              </a:ext>
            </a:extLst>
          </p:cNvPr>
          <p:cNvSpPr txBox="1"/>
          <p:nvPr/>
        </p:nvSpPr>
        <p:spPr>
          <a:xfrm>
            <a:off x="4274980" y="285205"/>
            <a:ext cx="3642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sentences = [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"love",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"bananas"]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54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48E63-98EC-046F-B21B-A53F415B720B}"/>
              </a:ext>
            </a:extLst>
          </p:cNvPr>
          <p:cNvSpPr txBox="1"/>
          <p:nvPr/>
        </p:nvSpPr>
        <p:spPr>
          <a:xfrm>
            <a:off x="4274980" y="285205"/>
            <a:ext cx="3642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sentences = [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"love",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"bananas"]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7FBA4-223B-542B-5FB7-AD24C5DFEAAD}"/>
              </a:ext>
            </a:extLst>
          </p:cNvPr>
          <p:cNvSpPr txBox="1"/>
          <p:nvPr/>
        </p:nvSpPr>
        <p:spPr>
          <a:xfrm>
            <a:off x="784805" y="4402970"/>
            <a:ext cx="106223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'love'), ('love',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'love'), ('I', 'love', 'apples'), ('love',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'apples'), ('enjoy',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'bananas'), ('bananas',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'bananas'), ('enjoy', 'bananas', '&lt;/s&gt;')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3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48E63-98EC-046F-B21B-A53F415B720B}"/>
              </a:ext>
            </a:extLst>
          </p:cNvPr>
          <p:cNvSpPr txBox="1"/>
          <p:nvPr/>
        </p:nvSpPr>
        <p:spPr>
          <a:xfrm>
            <a:off x="4274980" y="285205"/>
            <a:ext cx="3642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sentences = [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"love",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"bananas"]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7FBA4-223B-542B-5FB7-AD24C5DFEAAD}"/>
              </a:ext>
            </a:extLst>
          </p:cNvPr>
          <p:cNvSpPr txBox="1"/>
          <p:nvPr/>
        </p:nvSpPr>
        <p:spPr>
          <a:xfrm>
            <a:off x="784805" y="1943105"/>
            <a:ext cx="106223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'love'), ('love',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'love'), ('I', 'love', 'apples'), ('love',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'apples'), ('enjoy',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'bananas'), ('bananas',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'bananas'), ('enjoy', 'bananas', '&lt;/s&gt;')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31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48E63-98EC-046F-B21B-A53F415B720B}"/>
              </a:ext>
            </a:extLst>
          </p:cNvPr>
          <p:cNvSpPr txBox="1"/>
          <p:nvPr/>
        </p:nvSpPr>
        <p:spPr>
          <a:xfrm>
            <a:off x="4274980" y="285205"/>
            <a:ext cx="3642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sentences = [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"love",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"apples"],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["I", "enjoy", "bananas"]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</a:t>
            </a:r>
            <a:endParaRPr lang="en-GB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7FBA4-223B-542B-5FB7-AD24C5DFEAAD}"/>
              </a:ext>
            </a:extLst>
          </p:cNvPr>
          <p:cNvSpPr txBox="1"/>
          <p:nvPr/>
        </p:nvSpPr>
        <p:spPr>
          <a:xfrm>
            <a:off x="784805" y="1943105"/>
            <a:ext cx="106223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'love'), ('love',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'love'), ('I', 'love', 'apples'), ('love',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'apples'), ('apples',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'apples'), ('enjoy', 'apples',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2): [('&lt;s&gt;', 'I'), ('I', 'enjoy'), ('enjoy', 'bananas'), ('bananas', '&lt;/s&gt;')]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n-grams (size 3): [('&lt;s&gt;', 'I', 'enjoy'), ('I', 'enjoy', 'bananas'), ('enjoy', 'bananas', '&lt;/s&gt;')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9D3EE-A7C4-7938-CFD6-8542DE5BFACB}"/>
              </a:ext>
            </a:extLst>
          </p:cNvPr>
          <p:cNvSpPr txBox="1"/>
          <p:nvPr/>
        </p:nvSpPr>
        <p:spPr>
          <a:xfrm>
            <a:off x="1008440" y="4564739"/>
            <a:ext cx="1017511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{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('&lt;s&gt;', 'I'): {'love': 1, 'enjoy': 2</a:t>
            </a:r>
            <a:r>
              <a:rPr lang="en-GB" sz="1400" b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}, key </a:t>
            </a:r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= ('&lt;s&gt;', 'I'), value = {'love': 1, 'enjoy': 2}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('I', 'love'): {'apples': 1},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('love', 'apples'): {'&lt;/s&gt;': 1},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('I', 'enjoy'): {'apples': 1, 'bananas': 1},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('enjoy', 'apples'): {'&lt;/s&gt;': 1},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('enjoy', 'bananas'): {'&lt;/s&gt;': 1}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GB" sz="14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}</a:t>
            </a:r>
            <a:endParaRPr lang="en-GB" sz="14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82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689</Words>
  <Application>Microsoft Macintosh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Tanveer Hussain</dc:creator>
  <cp:lastModifiedBy>Tanveer Hussain</cp:lastModifiedBy>
  <cp:revision>10</cp:revision>
  <dcterms:created xsi:type="dcterms:W3CDTF">2024-07-16T10:46:42Z</dcterms:created>
  <dcterms:modified xsi:type="dcterms:W3CDTF">2026-06-14T00:51:29Z</dcterms:modified>
</cp:coreProperties>
</file>